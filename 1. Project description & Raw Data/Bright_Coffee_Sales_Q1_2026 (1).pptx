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4A2208"/>
          </a:solidFill>
          <a:ln w="12700">
            <a:solidFill>
              <a:srgbClr val="4A220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54864" cy="411480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02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 COFFEE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Performance</a:t>
            </a:r>
            <a:endParaRPr lang="en-US" sz="4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3063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Strategic Briefing   |   Q1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457200"/>
            <a:ext cx="2194560" cy="2194560"/>
          </a:xfrm>
          <a:prstGeom prst="ellipse">
            <a:avLst/>
          </a:prstGeom>
          <a:solidFill>
            <a:srgbClr val="5C3010"/>
          </a:solidFill>
          <a:ln w="38100">
            <a:solidFill>
              <a:srgbClr val="C992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7772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☕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0" y="46177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 |   Internal Use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3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5C3010"/>
          </a:solidFill>
          <a:ln w="12700">
            <a:solidFill>
              <a:srgbClr val="5C301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|  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37744" y="1051560"/>
            <a:ext cx="2651760" cy="374904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6012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60120"/>
            <a:ext cx="2651760" cy="7315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00984" y="1051560"/>
            <a:ext cx="2651760" cy="374904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96012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960120"/>
            <a:ext cx="2651760" cy="73152"/>
          </a:xfrm>
          <a:prstGeom prst="rect">
            <a:avLst/>
          </a:prstGeom>
          <a:solidFill>
            <a:srgbClr val="5C3010"/>
          </a:solidFill>
          <a:ln w="12700">
            <a:solidFill>
              <a:srgbClr val="5C301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64224" y="1051560"/>
            <a:ext cx="2651760" cy="3749040"/>
          </a:xfrm>
          <a:prstGeom prst="rect">
            <a:avLst/>
          </a:prstGeom>
          <a:solidFill>
            <a:srgbClr val="CCBBAA"/>
          </a:solidFill>
          <a:ln w="12700">
            <a:solidFill>
              <a:srgbClr val="CCBB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96012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960120"/>
            <a:ext cx="2651760" cy="73152"/>
          </a:xfrm>
          <a:prstGeom prst="rect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143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📢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28600" y="1783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During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Slots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" y="25146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6B3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2pm–4pm flash promotions (e.g. BOGOF coffee)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6B3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SMS/app alerts at 1:30pm to drive afternoon traffic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6B3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nearby offices for delivery bundles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40480" y="1143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📦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91840" y="1783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9272" y="25146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6B3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inventory for Espresso, Latte &amp; Brewed Coffee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6B3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peak-hour (7–9am) stock is pre-loaded daily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6B3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low-stock alerts for top 5 revenue drivers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03720" y="11430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355080" y="1783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1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82512" y="25146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6B3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low performers with bestsellers (e.g. Drip + Muffin)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6B3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one low-seller weekly as a Staff Pick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6B3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markdown pricing to gauge price sensitivity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1C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2628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4A2208"/>
          </a:solidFill>
          <a:ln w="12700">
            <a:solidFill>
              <a:srgbClr val="4A220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1828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☕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011680" y="2423160"/>
            <a:ext cx="256032" cy="256032"/>
          </a:xfrm>
          <a:prstGeom prst="ellipse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404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59152" y="2404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of R 698,812 with clear growth trend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011680" y="2834640"/>
            <a:ext cx="256032" cy="256032"/>
          </a:xfrm>
          <a:prstGeom prst="ellipse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28163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59152" y="28163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 7–9am and 12–1pm identified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011680" y="3246120"/>
            <a:ext cx="256032" cy="256032"/>
          </a:xfrm>
          <a:prstGeom prst="ellipse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3227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59152" y="3227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drive 42% of total revenue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011680" y="3657600"/>
            <a:ext cx="256032" cy="256032"/>
          </a:xfrm>
          <a:prstGeom prst="ellipse">
            <a:avLst/>
          </a:prstGeom>
          <a:solidFill>
            <a:srgbClr val="3D7A3D"/>
          </a:solidFill>
          <a:ln w="12700">
            <a:solidFill>
              <a:srgbClr val="3D7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3639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59152" y="36393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C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actionable recommendations ready to deploy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0" y="46177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Coffee Analytics Team   |   Q1 2026   |  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- Sales Performance Analysis</dc:title>
  <dc:subject>PptxGenJS Presentation</dc:subject>
  <dc:creator>PptxGenJS</dc:creator>
  <cp:lastModifiedBy>PptxGenJS</cp:lastModifiedBy>
  <cp:revision>1</cp:revision>
  <dcterms:created xsi:type="dcterms:W3CDTF">2026-03-31T12:35:06Z</dcterms:created>
  <dcterms:modified xsi:type="dcterms:W3CDTF">2026-03-31T12:35:06Z</dcterms:modified>
</cp:coreProperties>
</file>